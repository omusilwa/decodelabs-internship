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1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5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0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8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6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5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2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9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6678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27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653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90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54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BE2A2-16B8-4F49-A4BA-1F4BAEA9C17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99DFD9E-3288-4B4B-9C57-A048762B4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4372" y="1226126"/>
            <a:ext cx="7824355" cy="872837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2700" b="1" dirty="0" smtClean="0"/>
              <a:t>Excel Dataset: </a:t>
            </a:r>
            <a:br>
              <a:rPr lang="en-US" sz="2700" b="1" dirty="0" smtClean="0"/>
            </a:br>
            <a:r>
              <a:rPr lang="en-US" sz="2700" b="1" dirty="0" smtClean="0"/>
              <a:t>Data Cleaning Using Python and Pandas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74372" y="2313998"/>
            <a:ext cx="85828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Project Goal:</a:t>
            </a:r>
            <a:endParaRPr lang="en-US" b="1" dirty="0"/>
          </a:p>
          <a:p>
            <a:pPr lvl="1"/>
            <a:r>
              <a:rPr lang="en-US" dirty="0" smtClean="0"/>
              <a:t>Clean </a:t>
            </a:r>
            <a:r>
              <a:rPr lang="en-US" dirty="0"/>
              <a:t>and prepare a sales dataset for Exploratory Data Analysis (EDA).</a:t>
            </a:r>
          </a:p>
          <a:p>
            <a:pPr lvl="1"/>
            <a:r>
              <a:rPr lang="en-US" dirty="0" smtClean="0"/>
              <a:t>Improve </a:t>
            </a:r>
            <a:r>
              <a:rPr lang="en-US" dirty="0"/>
              <a:t>data quality, consistency, and accuracy before analysis.</a:t>
            </a:r>
          </a:p>
          <a:p>
            <a:pPr lvl="1"/>
            <a:r>
              <a:rPr lang="en-US" dirty="0" smtClean="0"/>
              <a:t>Ensure </a:t>
            </a:r>
            <a:r>
              <a:rPr lang="en-US" dirty="0"/>
              <a:t>the dataset is reliable for business reporting and insights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Tools Used:</a:t>
            </a:r>
            <a:endParaRPr lang="en-US" b="1" dirty="0"/>
          </a:p>
          <a:p>
            <a:pPr lvl="1"/>
            <a:r>
              <a:rPr lang="en-US" dirty="0" smtClean="0"/>
              <a:t>Python</a:t>
            </a:r>
            <a:endParaRPr lang="en-US" dirty="0"/>
          </a:p>
          <a:p>
            <a:pPr lvl="1"/>
            <a:r>
              <a:rPr lang="en-US" dirty="0" smtClean="0"/>
              <a:t>Pandas</a:t>
            </a:r>
            <a:endParaRPr lang="en-US" dirty="0"/>
          </a:p>
          <a:p>
            <a:pPr lvl="1"/>
            <a:r>
              <a:rPr lang="en-US" dirty="0" err="1" smtClean="0"/>
              <a:t>NumPy</a:t>
            </a:r>
            <a:endParaRPr lang="en-US" dirty="0"/>
          </a:p>
          <a:p>
            <a:pPr lvl="1"/>
            <a:r>
              <a:rPr lang="en-US" dirty="0" smtClean="0"/>
              <a:t>Excel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8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8398" y="1392382"/>
            <a:ext cx="7777202" cy="741218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sz="2800" b="1" dirty="0"/>
              <a:t>Dataset Overview &amp; Initial </a:t>
            </a:r>
            <a:r>
              <a:rPr lang="en-US" sz="2800" b="1" dirty="0" smtClean="0"/>
              <a:t>Inspection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38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 b="1" dirty="0" smtClean="0"/>
              <a:t>Dataset Summary:</a:t>
            </a:r>
            <a:endParaRPr lang="en-US" sz="4000" b="1" dirty="0"/>
          </a:p>
          <a:p>
            <a:pPr lvl="1"/>
            <a:r>
              <a:rPr lang="en-US" sz="4000" dirty="0" smtClean="0"/>
              <a:t>1,200 </a:t>
            </a:r>
            <a:r>
              <a:rPr lang="en-US" sz="4000" dirty="0"/>
              <a:t>rows and 14 columns.</a:t>
            </a:r>
          </a:p>
          <a:p>
            <a:pPr lvl="1"/>
            <a:r>
              <a:rPr lang="en-US" sz="4000" dirty="0" smtClean="0"/>
              <a:t>Includes </a:t>
            </a:r>
            <a:r>
              <a:rPr lang="en-US" sz="4000" dirty="0"/>
              <a:t>sales, customer, pricing, payment, and order information</a:t>
            </a:r>
            <a:r>
              <a:rPr lang="en-US" sz="4000" dirty="0" smtClean="0"/>
              <a:t>.</a:t>
            </a:r>
            <a:endParaRPr lang="en-US" sz="4000" dirty="0"/>
          </a:p>
          <a:p>
            <a:pPr marL="0" indent="0">
              <a:buNone/>
            </a:pPr>
            <a:endParaRPr lang="en-US" sz="4000" b="1" dirty="0" smtClean="0"/>
          </a:p>
          <a:p>
            <a:pPr marL="0" indent="0">
              <a:buNone/>
            </a:pPr>
            <a:r>
              <a:rPr lang="en-US" sz="4000" b="1" dirty="0" smtClean="0"/>
              <a:t>Initial Checks Performed</a:t>
            </a:r>
          </a:p>
          <a:p>
            <a:pPr lvl="1"/>
            <a:r>
              <a:rPr lang="en-US" sz="4000" dirty="0" smtClean="0"/>
              <a:t>Reviewed column names and dataset structure.</a:t>
            </a:r>
          </a:p>
          <a:p>
            <a:pPr lvl="1"/>
            <a:r>
              <a:rPr lang="en-US" sz="4000" dirty="0" smtClean="0"/>
              <a:t>Checked </a:t>
            </a:r>
            <a:r>
              <a:rPr lang="en-US" sz="4000" dirty="0"/>
              <a:t>data types and missing values.</a:t>
            </a:r>
          </a:p>
          <a:p>
            <a:pPr lvl="1"/>
            <a:r>
              <a:rPr lang="en-US" sz="4000" dirty="0" smtClean="0"/>
              <a:t>Identified </a:t>
            </a:r>
            <a:r>
              <a:rPr lang="en-US" sz="4000" dirty="0"/>
              <a:t>incomplete fields requiring cleaning</a:t>
            </a:r>
            <a:r>
              <a:rPr lang="en-US" sz="4000" dirty="0" smtClean="0"/>
              <a:t>.</a:t>
            </a:r>
            <a:endParaRPr lang="en-US" sz="4000" dirty="0"/>
          </a:p>
          <a:p>
            <a:pPr marL="0" indent="0">
              <a:buNone/>
            </a:pPr>
            <a:endParaRPr lang="en-US" sz="4000" b="1" dirty="0" smtClean="0"/>
          </a:p>
          <a:p>
            <a:pPr marL="0" indent="0">
              <a:buNone/>
            </a:pPr>
            <a:r>
              <a:rPr lang="en-US" sz="4000" b="1" dirty="0" smtClean="0"/>
              <a:t>Key Observation</a:t>
            </a:r>
            <a:endParaRPr lang="en-US" sz="4000" b="1" dirty="0"/>
          </a:p>
          <a:p>
            <a:pPr lvl="1"/>
            <a:r>
              <a:rPr lang="en-US" sz="4000" dirty="0" smtClean="0"/>
              <a:t> </a:t>
            </a:r>
            <a:r>
              <a:rPr lang="en-US" sz="4000" dirty="0"/>
              <a:t>"</a:t>
            </a:r>
            <a:r>
              <a:rPr lang="en-US" sz="4000" dirty="0" err="1"/>
              <a:t>CouponCode</a:t>
            </a:r>
            <a:r>
              <a:rPr lang="en-US" sz="4000" dirty="0"/>
              <a:t>" column contained 309 missing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246908"/>
            <a:ext cx="8911687" cy="658091"/>
          </a:xfrm>
        </p:spPr>
        <p:txBody>
          <a:bodyPr>
            <a:normAutofit/>
          </a:bodyPr>
          <a:lstStyle/>
          <a:p>
            <a:r>
              <a:rPr lang="en-US" sz="2800" b="1" dirty="0"/>
              <a:t>Missing Value Handling &amp; Data </a:t>
            </a:r>
            <a:r>
              <a:rPr lang="en-US" sz="2800" b="1" dirty="0" smtClean="0"/>
              <a:t>Validation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258897" cy="3777622"/>
          </a:xfrm>
          <a:noFill/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Missing </a:t>
            </a:r>
            <a:r>
              <a:rPr lang="en-US" b="1" dirty="0"/>
              <a:t>Value </a:t>
            </a:r>
            <a:r>
              <a:rPr lang="en-US" b="1" dirty="0" smtClean="0"/>
              <a:t>Treatment</a:t>
            </a:r>
            <a:endParaRPr lang="en-US" dirty="0"/>
          </a:p>
          <a:p>
            <a:pPr lvl="1"/>
            <a:r>
              <a:rPr lang="en-US" dirty="0" smtClean="0"/>
              <a:t>Investigated </a:t>
            </a:r>
            <a:r>
              <a:rPr lang="en-US" dirty="0"/>
              <a:t>the "</a:t>
            </a:r>
            <a:r>
              <a:rPr lang="en-US" dirty="0" err="1"/>
              <a:t>CouponCode</a:t>
            </a:r>
            <a:r>
              <a:rPr lang="en-US" dirty="0"/>
              <a:t>" column.</a:t>
            </a:r>
          </a:p>
          <a:p>
            <a:pPr lvl="1"/>
            <a:r>
              <a:rPr lang="en-US" dirty="0" smtClean="0"/>
              <a:t>Replaced </a:t>
            </a:r>
            <a:r>
              <a:rPr lang="en-US" dirty="0"/>
              <a:t>missing values with “No Coupon” instead of deleting records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/>
              <a:t>This Was Important</a:t>
            </a:r>
          </a:p>
          <a:p>
            <a:pPr lvl="1"/>
            <a:r>
              <a:rPr lang="en-US" dirty="0" smtClean="0"/>
              <a:t>Preserved </a:t>
            </a:r>
            <a:r>
              <a:rPr lang="en-US" dirty="0"/>
              <a:t>all sales transactions.</a:t>
            </a:r>
          </a:p>
          <a:p>
            <a:pPr lvl="1"/>
            <a:r>
              <a:rPr lang="en-US" dirty="0" smtClean="0"/>
              <a:t>Prevented </a:t>
            </a:r>
            <a:r>
              <a:rPr lang="en-US" dirty="0"/>
              <a:t>unnecessary data loss.</a:t>
            </a:r>
          </a:p>
          <a:p>
            <a:pPr lvl="1"/>
            <a:r>
              <a:rPr lang="en-US" dirty="0" smtClean="0"/>
              <a:t>Allowed </a:t>
            </a:r>
            <a:r>
              <a:rPr lang="en-US" dirty="0"/>
              <a:t>better analysis of customer discount </a:t>
            </a:r>
            <a:r>
              <a:rPr lang="en-US" dirty="0" smtClean="0"/>
              <a:t>usage.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Validation Checks</a:t>
            </a:r>
            <a:endParaRPr lang="en-US" dirty="0" smtClean="0"/>
          </a:p>
          <a:p>
            <a:pPr lvl="1"/>
            <a:r>
              <a:rPr lang="en-US" dirty="0" smtClean="0"/>
              <a:t>Verified </a:t>
            </a:r>
            <a:r>
              <a:rPr lang="en-US" dirty="0"/>
              <a:t>data types.</a:t>
            </a:r>
          </a:p>
          <a:p>
            <a:pPr lvl="1"/>
            <a:r>
              <a:rPr lang="en-US" dirty="0" smtClean="0"/>
              <a:t>Checked </a:t>
            </a:r>
            <a:r>
              <a:rPr lang="en-US" dirty="0"/>
              <a:t>for duplicate rows.</a:t>
            </a:r>
          </a:p>
          <a:p>
            <a:pPr lvl="1"/>
            <a:r>
              <a:rPr lang="en-US" dirty="0" smtClean="0"/>
              <a:t>Confirmed </a:t>
            </a:r>
            <a:r>
              <a:rPr lang="en-US" dirty="0"/>
              <a:t>no negative quantities or invalid prices.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4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55964"/>
            <a:ext cx="8911687" cy="949035"/>
          </a:xfrm>
        </p:spPr>
        <p:txBody>
          <a:bodyPr>
            <a:normAutofit/>
          </a:bodyPr>
          <a:lstStyle/>
          <a:p>
            <a:r>
              <a:rPr lang="en-US" sz="2800" b="1" dirty="0"/>
              <a:t>Data Consistency &amp; Standardization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45673"/>
            <a:ext cx="8915400" cy="44161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Consistency </a:t>
            </a:r>
            <a:r>
              <a:rPr lang="en-US" b="1" dirty="0" smtClean="0"/>
              <a:t>Checks</a:t>
            </a:r>
            <a:endParaRPr lang="en-US" b="1" dirty="0"/>
          </a:p>
          <a:p>
            <a:pPr lvl="1"/>
            <a:r>
              <a:rPr lang="en-US" dirty="0" smtClean="0"/>
              <a:t>Validated </a:t>
            </a:r>
            <a:r>
              <a:rPr lang="en-US" dirty="0"/>
              <a:t>"</a:t>
            </a:r>
            <a:r>
              <a:rPr lang="en-US" dirty="0" err="1"/>
              <a:t>TotalPrice</a:t>
            </a:r>
            <a:r>
              <a:rPr lang="en-US" dirty="0"/>
              <a:t>" against:</a:t>
            </a:r>
          </a:p>
          <a:p>
            <a:pPr lvl="1"/>
            <a:r>
              <a:rPr lang="en-US" dirty="0" smtClean="0"/>
              <a:t>Quantity </a:t>
            </a:r>
            <a:r>
              <a:rPr lang="en-US" dirty="0"/>
              <a:t>× </a:t>
            </a:r>
            <a:r>
              <a:rPr lang="en-US" dirty="0" err="1"/>
              <a:t>UnitPrice</a:t>
            </a:r>
            <a:endParaRPr lang="en-US" dirty="0"/>
          </a:p>
          <a:p>
            <a:pPr lvl="1"/>
            <a:r>
              <a:rPr lang="en-US" dirty="0" smtClean="0"/>
              <a:t>Confirmed </a:t>
            </a:r>
            <a:r>
              <a:rPr lang="en-US" dirty="0"/>
              <a:t>no calculation inconsistencies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Text </a:t>
            </a:r>
            <a:r>
              <a:rPr lang="en-US" b="1" dirty="0" smtClean="0"/>
              <a:t>Standardization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Standardized </a:t>
            </a:r>
            <a:r>
              <a:rPr lang="en-US" dirty="0"/>
              <a:t>categorical columns:</a:t>
            </a:r>
          </a:p>
          <a:p>
            <a:pPr lvl="1"/>
            <a:r>
              <a:rPr lang="en-US" dirty="0"/>
              <a:t>  </a:t>
            </a:r>
            <a:r>
              <a:rPr lang="en-US" dirty="0" smtClean="0"/>
              <a:t>Product</a:t>
            </a:r>
            <a:endParaRPr lang="en-US" dirty="0"/>
          </a:p>
          <a:p>
            <a:pPr lvl="1"/>
            <a:r>
              <a:rPr lang="en-US" dirty="0"/>
              <a:t>  </a:t>
            </a:r>
            <a:r>
              <a:rPr lang="en-US" dirty="0" err="1" smtClean="0"/>
              <a:t>PaymentMethod</a:t>
            </a:r>
            <a:endParaRPr lang="en-US" dirty="0"/>
          </a:p>
          <a:p>
            <a:pPr lvl="1"/>
            <a:r>
              <a:rPr lang="en-US" dirty="0"/>
              <a:t>  </a:t>
            </a:r>
            <a:r>
              <a:rPr lang="en-US" dirty="0" err="1" smtClean="0"/>
              <a:t>OrderStatus</a:t>
            </a:r>
            <a:endParaRPr lang="en-US" dirty="0"/>
          </a:p>
          <a:p>
            <a:pPr lvl="1"/>
            <a:r>
              <a:rPr lang="en-US" dirty="0"/>
              <a:t>  </a:t>
            </a:r>
            <a:r>
              <a:rPr lang="en-US" dirty="0" err="1" smtClean="0"/>
              <a:t>ReferralSource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Benefits</a:t>
            </a:r>
            <a:endParaRPr lang="en-US" b="1" dirty="0"/>
          </a:p>
          <a:p>
            <a:pPr lvl="1"/>
            <a:r>
              <a:rPr lang="en-US" dirty="0" smtClean="0"/>
              <a:t>Removed </a:t>
            </a:r>
            <a:r>
              <a:rPr lang="en-US" dirty="0"/>
              <a:t>formatting inconsistencies.</a:t>
            </a:r>
          </a:p>
          <a:p>
            <a:pPr lvl="1"/>
            <a:r>
              <a:rPr lang="en-US" dirty="0" smtClean="0"/>
              <a:t>Improved </a:t>
            </a:r>
            <a:r>
              <a:rPr lang="en-US" dirty="0"/>
              <a:t>grouping and reporting accuracy.</a:t>
            </a:r>
          </a:p>
          <a:p>
            <a:pPr lvl="1"/>
            <a:r>
              <a:rPr lang="en-US" dirty="0" smtClean="0"/>
              <a:t>Prevented </a:t>
            </a:r>
            <a:r>
              <a:rPr lang="en-US" dirty="0"/>
              <a:t>duplicate category labels.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007918"/>
            <a:ext cx="8911687" cy="696191"/>
          </a:xfrm>
        </p:spPr>
        <p:txBody>
          <a:bodyPr>
            <a:normAutofit/>
          </a:bodyPr>
          <a:lstStyle/>
          <a:p>
            <a:r>
              <a:rPr lang="en-US" sz="3200" b="1" dirty="0"/>
              <a:t>Outlier Detection &amp; Final Audit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43100"/>
            <a:ext cx="8915400" cy="39681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Outlier </a:t>
            </a:r>
            <a:r>
              <a:rPr lang="en-US" b="1" dirty="0" smtClean="0"/>
              <a:t>Detection</a:t>
            </a:r>
            <a:endParaRPr lang="en-US" dirty="0"/>
          </a:p>
          <a:p>
            <a:pPr lvl="1"/>
            <a:r>
              <a:rPr lang="en-US" dirty="0" smtClean="0"/>
              <a:t>Used </a:t>
            </a:r>
            <a:r>
              <a:rPr lang="en-US" dirty="0"/>
              <a:t>the IQR method to inspect pricing outliers.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significant outliers identified in "</a:t>
            </a:r>
            <a:r>
              <a:rPr lang="en-US" dirty="0" err="1"/>
              <a:t>UnitPrice</a:t>
            </a:r>
            <a:r>
              <a:rPr lang="en-US" dirty="0"/>
              <a:t>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Final </a:t>
            </a:r>
            <a:r>
              <a:rPr lang="en-US" b="1" dirty="0"/>
              <a:t>Data Quality </a:t>
            </a:r>
            <a:r>
              <a:rPr lang="en-US" b="1" dirty="0" smtClean="0"/>
              <a:t>Audit</a:t>
            </a:r>
            <a:endParaRPr lang="en-US" b="1" dirty="0"/>
          </a:p>
          <a:p>
            <a:pPr lvl="1"/>
            <a:r>
              <a:rPr lang="en-US" dirty="0" smtClean="0"/>
              <a:t>Conducted </a:t>
            </a:r>
            <a:r>
              <a:rPr lang="en-US" dirty="0"/>
              <a:t>a complete missing value review.</a:t>
            </a:r>
          </a:p>
          <a:p>
            <a:pPr lvl="1"/>
            <a:r>
              <a:rPr lang="en-US" dirty="0" smtClean="0"/>
              <a:t>Confirmed </a:t>
            </a:r>
            <a:r>
              <a:rPr lang="en-US" dirty="0"/>
              <a:t>all required columns were complete.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Final Outcome</a:t>
            </a:r>
            <a:endParaRPr lang="en-US" dirty="0"/>
          </a:p>
          <a:p>
            <a:pPr lvl="1"/>
            <a:r>
              <a:rPr lang="en-US" dirty="0" smtClean="0"/>
              <a:t>Dataset </a:t>
            </a:r>
            <a:r>
              <a:rPr lang="en-US" dirty="0"/>
              <a:t>became clean, structured, and analysis-ready.</a:t>
            </a:r>
          </a:p>
        </p:txBody>
      </p:sp>
    </p:spTree>
    <p:extLst>
      <p:ext uri="{BB962C8B-B14F-4D97-AF65-F5344CB8AC3E}">
        <p14:creationId xmlns:p14="http://schemas.microsoft.com/office/powerpoint/2010/main" val="101642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779319"/>
            <a:ext cx="8911687" cy="710044"/>
          </a:xfrm>
        </p:spPr>
        <p:txBody>
          <a:bodyPr>
            <a:normAutofit/>
          </a:bodyPr>
          <a:lstStyle/>
          <a:p>
            <a:r>
              <a:rPr lang="en-US" sz="2800" b="1" dirty="0"/>
              <a:t>Key Insights &amp; Project Deliverables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72935"/>
            <a:ext cx="8915400" cy="4509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Business Insights </a:t>
            </a:r>
            <a:r>
              <a:rPr lang="en-US" b="1" dirty="0" smtClean="0"/>
              <a:t>Enabled:</a:t>
            </a:r>
            <a:endParaRPr lang="en-US" dirty="0"/>
          </a:p>
          <a:p>
            <a:pPr lvl="1"/>
            <a:r>
              <a:rPr lang="en-US" dirty="0" smtClean="0"/>
              <a:t>Better </a:t>
            </a:r>
            <a:r>
              <a:rPr lang="en-US" dirty="0"/>
              <a:t>understanding of coupon usage behavior.</a:t>
            </a:r>
          </a:p>
          <a:p>
            <a:pPr lvl="1"/>
            <a:r>
              <a:rPr lang="en-US" dirty="0" smtClean="0"/>
              <a:t>Reliable </a:t>
            </a:r>
            <a:r>
              <a:rPr lang="en-US" dirty="0"/>
              <a:t>revenue and sales analysis.</a:t>
            </a:r>
          </a:p>
          <a:p>
            <a:pPr lvl="1"/>
            <a:r>
              <a:rPr lang="en-US" dirty="0" smtClean="0"/>
              <a:t>Improved </a:t>
            </a:r>
            <a:r>
              <a:rPr lang="en-US" dirty="0"/>
              <a:t>customer and product segmentation.</a:t>
            </a:r>
          </a:p>
          <a:p>
            <a:pPr lvl="1"/>
            <a:r>
              <a:rPr lang="en-US" dirty="0" smtClean="0"/>
              <a:t>Strong </a:t>
            </a:r>
            <a:r>
              <a:rPr lang="en-US" dirty="0"/>
              <a:t>foundation for forecasting and EDA.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Project </a:t>
            </a:r>
            <a:r>
              <a:rPr lang="en-US" b="1" dirty="0" smtClean="0"/>
              <a:t>Deliverables:</a:t>
            </a:r>
            <a:endParaRPr lang="en-US" dirty="0"/>
          </a:p>
          <a:p>
            <a:pPr lvl="1"/>
            <a:r>
              <a:rPr lang="en-US" dirty="0" smtClean="0"/>
              <a:t>Original </a:t>
            </a:r>
            <a:r>
              <a:rPr lang="en-US" dirty="0"/>
              <a:t>Excel dataset</a:t>
            </a:r>
          </a:p>
          <a:p>
            <a:pPr lvl="1"/>
            <a:r>
              <a:rPr lang="en-US" dirty="0" smtClean="0"/>
              <a:t>Python </a:t>
            </a:r>
            <a:r>
              <a:rPr lang="en-US" dirty="0"/>
              <a:t>cleaning scripts</a:t>
            </a:r>
          </a:p>
          <a:p>
            <a:pPr lvl="1"/>
            <a:r>
              <a:rPr lang="en-US" dirty="0" smtClean="0"/>
              <a:t>Cleaned </a:t>
            </a:r>
            <a:r>
              <a:rPr lang="en-US" dirty="0"/>
              <a:t>dataset output</a:t>
            </a:r>
          </a:p>
          <a:p>
            <a:pPr lvl="1"/>
            <a:r>
              <a:rPr lang="en-US" dirty="0" smtClean="0"/>
              <a:t>Documentation </a:t>
            </a:r>
            <a:r>
              <a:rPr lang="en-US" dirty="0"/>
              <a:t>and project files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Conclusion: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data cleaning process improved dataset reliability, accuracy, and consistency, ensuring the data is fully prepared for meaningful business analysis and visualization.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576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328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Excel Dataset:  Data Cleaning Using Python and Pandas </vt:lpstr>
      <vt:lpstr> Dataset Overview &amp; Initial Inspection</vt:lpstr>
      <vt:lpstr>Missing Value Handling &amp; Data Validation</vt:lpstr>
      <vt:lpstr>Data Consistency &amp; Standardization</vt:lpstr>
      <vt:lpstr>Outlier Detection &amp; Final Audit</vt:lpstr>
      <vt:lpstr>Key Insights &amp; Project Deliverables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Dataset: Data Cleaning Using Python and Pandas</dc:title>
  <dc:creator>pc</dc:creator>
  <cp:lastModifiedBy>pc</cp:lastModifiedBy>
  <cp:revision>5</cp:revision>
  <dcterms:created xsi:type="dcterms:W3CDTF">2026-05-26T09:10:49Z</dcterms:created>
  <dcterms:modified xsi:type="dcterms:W3CDTF">2026-05-26T09:43:04Z</dcterms:modified>
</cp:coreProperties>
</file>